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(87/100)  ·  10 findings  ·  2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site's primary conversion mechanism is the coverage check, which appears as the dominant CTA across the homepage and plans pages, but its effectiveness is diluted by multiple competing CTAs and a duplicated plans page that splits the funnel. The most valuable fix is to consolidate the plans pages and streamline the coverage check into a single, unambiguous path, while reinforcing trust signals (testimonials, guarantees, badges) at the decision point to recover lost conversions.</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1.5–6.4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Credibility badges not near CTAs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Media logos appear only on homepage, not near CTAs on other pages.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page title, meta description, Open Graph tags are missing or outside recommende</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C0392B"/>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Duplicate plans pages split funnel</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Two URLs serve identical plans content, splitting the conversion path and confusing users about which is canonical.</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Social proof absent on plans page</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Plans page lacks testimonials that appear elsewhere, missing trust at decision point.</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Coverage check appears twice in funnel</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Coverage check CTA appears on both homepage and plans page, forcing users to repeat a step.</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Guarantee signal inconsistent across pages</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Low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Guarantee heading appears on some pages but not on plans page where commitment is made.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Credibility badges not near CTAs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"h2: As Featured In:"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Media logos appear only on homepage, not near CTAs on other pages.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9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3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Duplicate plans pages split funnel</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"PAGE /pages/plans"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Two URLs serve identical plans content, splitting the conversion path and confusing users about which is canonical.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Social proof absent on plans page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"h2: Real Stories from Real Users"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Plans page lacks testimonials that appear elsewhere, missing trust at decision point.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Coverage check appears twice in funnel</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"ctas: CHECK COVERAGE | CHECK IF IT WORKS AT MY ADDRESS | SEE MY OPTIONS | GET STARTED | START CHAT | SEE WHAT I QUALIFY FOR |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Coverage check CTA appears on both homepage and plans page, forcing users to repeat a step.</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Duplicate plans pages split funnel</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Guarantee signal inconsistent across pages</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One-time fees shown without context</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Images missing alternative text</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Credibility badges not near CTAs</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Social proof absent on plans page</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Coverage check appears twice in funnel</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Inconsistent price formatting across pages</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Multiple competing primary CTAs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